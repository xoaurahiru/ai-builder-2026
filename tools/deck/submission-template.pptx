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Google Sans Flex Medium"/>
      <p:regular r:id="rId22"/>
      <p:bold r:id="rId23"/>
    </p:embeddedFont>
    <p:embeddedFont>
      <p:font typeface="Google Sans Flex"/>
      <p:regular r:id="rId24"/>
      <p:bold r:id="rId25"/>
    </p:embeddedFont>
    <p:embeddedFont>
      <p:font typeface="Google Sans Flex SemiBold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GoogleSansFlexMedium-regular.fntdata"/><Relationship Id="rId21" Type="http://schemas.openxmlformats.org/officeDocument/2006/relationships/slide" Target="slides/slide16.xml"/><Relationship Id="rId24" Type="http://schemas.openxmlformats.org/officeDocument/2006/relationships/font" Target="fonts/GoogleSansFlex-regular.fntdata"/><Relationship Id="rId23" Type="http://schemas.openxmlformats.org/officeDocument/2006/relationships/font" Target="fonts/GoogleSansFlexMedium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GoogleSansFlexSemiBold-regular.fntdata"/><Relationship Id="rId25" Type="http://schemas.openxmlformats.org/officeDocument/2006/relationships/font" Target="fonts/GoogleSansFlex-bold.fntdata"/><Relationship Id="rId27" Type="http://schemas.openxmlformats.org/officeDocument/2006/relationships/font" Target="fonts/GoogleSansFlexSemi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b085bff3c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b085bff3c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085bff3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b085bff3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b085bff3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085bff3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085bff3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085bff3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085bff3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b085bff3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b085bff3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085bff3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085bff3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085bff3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085bff3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b085bff3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b085bff3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085bff3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b085bff3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085bff3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b085bff3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085bff3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b085bff3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085bff3c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b085bff3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b085bff3c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b085bff3c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085bff3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b085bff3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6600" y="2902694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Team Details</a:t>
            </a:r>
            <a:endParaRPr sz="21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Team name: 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Team leader name: 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Problem Statement: 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55" name="Google Shape;55;p13" title="Frame 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4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5092475" y="1968750"/>
            <a:ext cx="3311400" cy="12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Note:</a:t>
            </a:r>
            <a: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Please download this template to make your edits and submit the final version.</a:t>
            </a:r>
            <a:b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</a:br>
            <a:b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</a:br>
            <a: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To download, go to File &gt; Download &gt; Microsoft PowerPoint (.PPTX). Kindly refrain from sending edit requests.</a:t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4203" y="1194675"/>
            <a:ext cx="3604250" cy="2621725"/>
          </a:xfrm>
          <a:prstGeom prst="rect">
            <a:avLst/>
          </a:prstGeom>
          <a:noFill/>
          <a:ln>
            <a:noFill/>
          </a:ln>
          <a:effectLst>
            <a:outerShdw blurRad="971550" rotWithShape="0" algn="bl" dir="5400000" dist="19050">
              <a:schemeClr val="lt1">
                <a:alpha val="50000"/>
              </a:scheme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Brief about the idea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265350" y="663825"/>
            <a:ext cx="8943000" cy="13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Opportunities</a:t>
            </a:r>
            <a:b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</a:br>
            <a:endParaRPr sz="16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How different is it from any of the other existing ideas?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How will it be able to solve the problem?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USP of the proposed solution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List of features offered by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Process flow diagram or Use-case diagram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Wireframes/Mock diagrams of the proposed solution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Architecture diagram of the proposed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Technologies to be used in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2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2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Estimated implementation cost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Snapshots of the prototype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Prototype Performance report/Benchmarking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Additional Details/Future Development (if any)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6"/>
          <p:cNvSpPr txBox="1"/>
          <p:nvPr/>
        </p:nvSpPr>
        <p:spPr>
          <a:xfrm>
            <a:off x="265350" y="663825"/>
            <a:ext cx="8943000" cy="13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Provide links to your: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GitHub Public Repository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Demo Video Link (3 Minutes)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Final Product Link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 title="Frame 1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